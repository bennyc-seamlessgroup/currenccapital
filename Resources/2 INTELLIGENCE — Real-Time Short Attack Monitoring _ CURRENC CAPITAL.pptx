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Liter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 CAPITAL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462000" y="7620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NASDAQ: CURR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2540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52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762000" y="4318000"/>
            <a:ext cx="1524000" cy="0"/>
          </a:xfrm>
          <a:prstGeom prst="straightConnector1">
            <a:avLst/>
          </a:prstGeom>
          <a:noFill/>
          <a:ln w="254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4572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Short Attack Monitoring</a:t>
            </a:r>
            <a:endParaRPr lang="en-US" sz="2400" dirty="0"/>
          </a:p>
          <a:p>
            <a:pPr algn="l">
              <a:lnSpc>
                <a:spcPct val="130000"/>
              </a:lnSpc>
            </a:pPr>
            <a:r>
              <a:rPr lang="en-US" sz="2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Analytics Platform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2000" y="5842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 the attack before it destroys you.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15-30 days of early warning.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 CAPITAL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270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PLATFORM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1016000" cy="0"/>
          </a:xfrm>
          <a:prstGeom prst="straightConnector1">
            <a:avLst/>
          </a:prstGeom>
          <a:noFill/>
          <a:ln w="254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2667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78000" y="2667000"/>
            <a:ext cx="508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78000" y="3175000"/>
            <a:ext cx="635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companies are flying blind against short attacks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2000" y="406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778000" y="4064000"/>
            <a:ext cx="508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PLATFORM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78000" y="4572000"/>
            <a:ext cx="635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only real-time short intelligence monitoring system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2000" y="5461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778000" y="5461000"/>
            <a:ext cx="508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PRICING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78000" y="5969000"/>
            <a:ext cx="635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ROI, deployment, and pricing options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525000" y="2286000"/>
            <a:ext cx="5969000" cy="4445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33000" y="2921000"/>
            <a:ext cx="495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HIGHLIGHTS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33000" y="3556000"/>
            <a:ext cx="4953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Real-time DTC Participant data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15-30 day early warning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Synthetic position detection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Board-ready monthly reports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4-week deployment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429000"/>
            <a:ext cx="1270000" cy="0"/>
          </a:xfrm>
          <a:prstGeom prst="straightConnector1">
            <a:avLst/>
          </a:prstGeom>
          <a:noFill/>
          <a:ln w="381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3683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4572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companies are flying blind against short attacks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970000" y="0"/>
            <a:ext cx="2286000" cy="9144000"/>
          </a:xfrm>
          <a:prstGeom prst="rect">
            <a:avLst/>
          </a:prstGeom>
          <a:solidFill>
            <a:srgbClr val="16223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 CAPITAL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SHORT INTELLIGENCE GAP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PUBLIC COMPANIES CANNOT SEE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2349500"/>
            <a:ext cx="7112000" cy="2921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540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FINRA SHORT INTEREST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3048000"/>
            <a:ext cx="660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Published every 15 days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10-day reporting delay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Only exchange-reported positions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DTC Participant breakdown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synthetic position visibility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349500"/>
            <a:ext cx="7112000" cy="2921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2540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 INTELLIGENCE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36000" y="3048000"/>
            <a:ext cx="660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Real-time data (15-min updates)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DTC Participant borrowing by firm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Synthetic short detection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Rehypothecation chain mapping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15-30 day early warning alerts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651500"/>
            <a:ext cx="14732000" cy="1016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58420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the time you see FINRA data,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damage is already done.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 need real-time visibility to defend effectively.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 CAPITAL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COST OF BLINDNESS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14732000" cy="1397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32000"/>
            <a:ext cx="317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 mo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43000" y="26670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attack duration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26000" y="2032000"/>
            <a:ext cx="317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40-70%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826000" y="26670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 price decline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during undetected attack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36000" y="2032000"/>
            <a:ext cx="317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$2M+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636000" y="26670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Defensive costs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(lawyers, IR, proxy fights)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192000" y="2032000"/>
            <a:ext cx="317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2192000" y="26670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CEO/CFO time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spent on defense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2000" y="374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HIDDEN DAMAGE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2000" y="41910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Management distraction destroys focus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 talent leaves as stock declines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Competitors acquire at distressed prices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Customer confidence erodes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Future capital becomes more expensive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Shareholder lawsuits drain resources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4191000"/>
            <a:ext cx="7112000" cy="3302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0" y="45720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most dangerous attacks are the ones you never see coming.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real-time intelligence, you're reacting to damage that's already been done — not preventing it.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429000"/>
            <a:ext cx="1270000" cy="0"/>
          </a:xfrm>
          <a:prstGeom prst="straightConnector1">
            <a:avLst/>
          </a:prstGeom>
          <a:noFill/>
          <a:ln w="381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3683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4572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only real-time short intelligence monitoring system for public companies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970000" y="0"/>
            <a:ext cx="2286000" cy="9144000"/>
          </a:xfrm>
          <a:prstGeom prst="rect">
            <a:avLst/>
          </a:prstGeom>
          <a:solidFill>
            <a:srgbClr val="16223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 CAPITAL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841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Cloud-based SaaS delivering real-time visibility into short attack activity. Multi-source data fusion with proprietary attack pattern detection.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79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32385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DTC Participant borrowing data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SEC filing analytics (13F, 13D, 13G)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Options flow and open interest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Dark pool volume monitoring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Social sentiment and FUD detection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Rehypothecation tracking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Cost-to-borrow rate surveillance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279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OUTPUTS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82000" y="32385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Real-time executive dashboard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Customizable alert system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Board-ready monthly reports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Peer benchmarking analysis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Attack pattern scoring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Historical trend analysis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 report builder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 CAPITAL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FEATURE: REAL-TIME MONITORING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14732000" cy="1016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32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15-minute updates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not 15-day delays. See every borrow, every return, every surge in real-time.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3238500"/>
            <a:ext cx="4699000" cy="19685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403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 INTEREST TRACKING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387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short interest updates every 15 minutes — not the 15-day FINRA delay.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78500" y="3238500"/>
            <a:ext cx="4699000" cy="19685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3403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DTC PARTICIPANT 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2500" y="387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 exactly which firms are borrowing your shares and in what quantities.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795000" y="3238500"/>
            <a:ext cx="4699000" cy="19685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403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UTILIZATION HEAT MAPS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049000" y="387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Visualize borrowing pressure intensity. Red zones signal imminent attack.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63900" y="5461000"/>
            <a:ext cx="4699000" cy="19685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7" name="Text 15"/>
          <p:cNvSpPr/>
          <p:nvPr/>
        </p:nvSpPr>
        <p:spPr>
          <a:xfrm>
            <a:off x="3517900" y="56261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COST-TO-BORROW TRACKING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17900" y="60960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Surging borrow costs are the #1 leading indicator of an attack. Track them in real-time.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80400" y="5461000"/>
            <a:ext cx="4699000" cy="19685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20" name="Text 18"/>
          <p:cNvSpPr/>
          <p:nvPr/>
        </p:nvSpPr>
        <p:spPr>
          <a:xfrm>
            <a:off x="8534400" y="56261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AUTOMATED SURVEILLANCE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34400" y="60960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Never sleeps, never misses. Continuous monitoring with instant alerts to your team.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 CAPITAL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FEATURE: ANALYTICS &amp; ALERTS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14732000" cy="1016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32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learning-powered detection algorithms identify attack patterns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15-30 days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before traditional signals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3238500"/>
            <a:ext cx="4699000" cy="19685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403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SYNTHETIC POSITION DETECTION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387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Options chain analysis reveals synthetic shorts invisible to standard short interest reports.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78500" y="3238500"/>
            <a:ext cx="4699000" cy="19685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3403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REHYPOTHECATION MAPPING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2500" y="387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Trace the chain: one share lent 3-5x through DTC. See the true scale of short pressure.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795000" y="3238500"/>
            <a:ext cx="4699000" cy="19685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403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WARNING SYSTEM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049000" y="387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Customizable thresholds. Alerts via email, SMS, Slack when attack indicators trigger.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63900" y="5461000"/>
            <a:ext cx="4699000" cy="19685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7" name="Text 15"/>
          <p:cNvSpPr/>
          <p:nvPr/>
        </p:nvSpPr>
        <p:spPr>
          <a:xfrm>
            <a:off x="3517900" y="56261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PATTERN RECOGNITION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17900" y="60960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ML-powered engine trained on 1,000+ historical attack patterns. Identifies new variants automatically.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80400" y="5461000"/>
            <a:ext cx="4699000" cy="19685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20" name="Text 18"/>
          <p:cNvSpPr/>
          <p:nvPr/>
        </p:nvSpPr>
        <p:spPr>
          <a:xfrm>
            <a:off x="8534400" y="56261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PEER BENCHMARKING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34400" y="60960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 your short exposure vs. peers. Know if you're being targeted disproportionately.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 CAPITAL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FEATURE: REPORTING &amp; INTELLIGENCE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14732000" cy="1016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32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Board-ready reports and executive dashboards that turn raw data into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intelligence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3238500"/>
            <a:ext cx="7112000" cy="14605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403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 ATTACK RISK REPORT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3810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board-ready report with risk score, threat summary, and recommended actions.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82000" y="3238500"/>
            <a:ext cx="7112000" cy="14605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3403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DASHBOARD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36000" y="3810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CEO/CFO real-time dashboard with key risk indicators, trend charts, and alert status.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5016500"/>
            <a:ext cx="7112000" cy="14605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181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 FILING IMPACT ANALYSIS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6000" y="5651500"/>
            <a:ext cx="660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how 13F, 13D, 13G filings impact short interest and ownership structure.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82000" y="5016500"/>
            <a:ext cx="7112000" cy="14605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7" name="Text 15"/>
          <p:cNvSpPr/>
          <p:nvPr/>
        </p:nvSpPr>
        <p:spPr>
          <a:xfrm>
            <a:off x="8636000" y="5181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REPORT BUILDER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36000" y="5651500"/>
            <a:ext cx="660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and export custom reports. Share with board, counsel, or IR team.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 CAPITAL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 ADVANTAGE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841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Multi-source data fusion with proprietary algorithms. The most comprehensive short intelligence database available.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667000"/>
          <a:ext cx="14732000" cy="3937000"/>
        </p:xfrm>
        <a:graphic>
          <a:graphicData uri="http://schemas.openxmlformats.org/drawingml/2006/table">
            <a:tbl>
              <a:tblPr/>
              <a:tblGrid>
                <a:gridCol w="3683000"/>
                <a:gridCol w="5156200"/>
                <a:gridCol w="5892800"/>
              </a:tblGrid>
              <a:tr h="55118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0A16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Source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4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0A16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What It Reveals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4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0A16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Update Frequency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45C"/>
                    </a:solidFill>
                  </a:tcPr>
                </a:tc>
              </a:tr>
              <a:tr h="84645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DTC Participant Data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Which firms borrow your shares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Real-time (15 min)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</a:tr>
              <a:tr h="84645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SEC EDGAR Filings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Institutional ownership changes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 filed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84645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Options Exchanges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Synthetic short positions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Real-time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</a:tr>
              <a:tr h="84645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Social + News Feeds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FUD campaigns, sentiment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Continuous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6921500"/>
            <a:ext cx="14732000" cy="889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7048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database of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1,000+ attack patterns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·  Updated every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 minutes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·  Not 15 days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 CAPITAL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ROI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4699000" cy="2032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32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3-6 mo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16000" y="260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detection window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Months of preparation time before traditional signals appear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78500" y="1905000"/>
            <a:ext cx="4699000" cy="2032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9" name="Text 7"/>
          <p:cNvSpPr/>
          <p:nvPr/>
        </p:nvSpPr>
        <p:spPr>
          <a:xfrm>
            <a:off x="6032500" y="2032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40-60%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032500" y="260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attack vulnerability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defense strategies measurably reduce exposure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795000" y="1905000"/>
            <a:ext cx="4699000" cy="2032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0" y="2032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$200K+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1049000" y="260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IR/consultant spend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Replace multiple consultants with one integrated platform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2000" y="4445000"/>
            <a:ext cx="14732000" cy="2540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469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 CALCULATION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70000" y="5207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cost: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$350K/year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→  Potential value saved: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$50M+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(for $500M market cap company)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Insurance against a single attack pays for the platform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142x over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Beyond financial ROI: board confidence, management focus, strategic readiness.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 CAPITAL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 &amp; DEPLOYMENT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7112000" cy="2921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222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 A — CASH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6000" y="2603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$350,000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16000" y="3365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One-time cash payment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Includes Intelligence + Tokenization bundle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12-month full support included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032000"/>
            <a:ext cx="7112000" cy="2921000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2222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0A16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 B — SHARES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36000" y="2603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0A16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$500,000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636000" y="3365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0A16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Paid in your shares at current market price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0A16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cash outlay — preserve capital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0A16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Includes Intelligence + Tokenization bundle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33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OPTIONS INCLUDE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2000" y="5778500"/>
            <a:ext cx="14732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Full Intelligence SaaS platform access  ·  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Tokenization setup via Securitize  ·  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Onboarding and training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12-month support and updates  ·  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6-K filing support  ·  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Board briefing included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4-week deployment from signed engagement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·  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hidden costs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 CAPITAL — INTELLIGENCE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889000"/>
            <a:ext cx="14732000" cy="0"/>
          </a:xfrm>
          <a:prstGeom prst="straightConnector1">
            <a:avLst/>
          </a:prstGeom>
          <a:noFill/>
          <a:ln w="127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079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4699000" cy="2286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32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16000" y="2540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 attacks increasing YoY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threat environment is getting worse, not better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78500" y="1905000"/>
            <a:ext cx="4699000" cy="2286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9" name="Text 7"/>
          <p:cNvSpPr/>
          <p:nvPr/>
        </p:nvSpPr>
        <p:spPr>
          <a:xfrm>
            <a:off x="6032500" y="2032000"/>
            <a:ext cx="317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32500" y="2540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scrutiny rising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 transparency rules proposed — early compliance = advantage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795000" y="1905000"/>
            <a:ext cx="4699000" cy="2286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0" y="2032000"/>
            <a:ext cx="317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1st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049000" y="2540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Mover advantage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competitors aren't monitoring — gain defensive edge now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2000" y="4699000"/>
            <a:ext cx="14732000" cy="2921000"/>
          </a:xfrm>
          <a:prstGeom prst="rect">
            <a:avLst/>
          </a:prstGeom>
          <a:solidFill>
            <a:srgbClr val="162237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4953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+ TOKENIZATION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70000" y="5461000"/>
            <a:ext cx="13716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most powerful combination: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identifies the threat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who is attacking, how, and when.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Tokenization removes the weapon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shares exit lending pools, shorts lose ammunition.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the foundation of the Equity Defense Infrastructure. Everything else builds on top.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86000" y="8636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C8A4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 THE ATTACK BEFORE IT DESTROYS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858000" y="4064000"/>
            <a:ext cx="2540000" cy="0"/>
          </a:xfrm>
          <a:prstGeom prst="straightConnector1">
            <a:avLst/>
          </a:prstGeom>
          <a:noFill/>
          <a:ln w="25400">
            <a:solidFill>
              <a:srgbClr val="C8A45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4445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Platform — Real-Time Short Attack Monitoring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5334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$350K</a:t>
            </a:r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cash or </a:t>
            </a:r>
            <a:pPr algn="ctr">
              <a:lnSpc>
                <a:spcPct val="18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$500K</a:t>
            </a:r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shares  |  4-week deploy  |  No hidden costs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CURRENC CAPITAL  |  NASDAQ: CURR  |  currenc.com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INTELLIGENCE — Real-Time Short Attack Monitoring | CURRENC CAPITAL</dc:title>
  <dc:subject>INTELLIGENCE — Real-Time Short Attack Monitoring | CURRENC CAPITAL</dc:subject>
  <dc:creator>Kimi</dc:creator>
  <cp:lastModifiedBy>Kimi</cp:lastModifiedBy>
  <cp:revision>1</cp:revision>
  <dcterms:created xsi:type="dcterms:W3CDTF">2026-07-05T13:46:23Z</dcterms:created>
  <dcterms:modified xsi:type="dcterms:W3CDTF">2026-07-05T13:46:23Z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{"Label":"INTELLIGENCE — Real-Time Short Attack Monitoring | CURRENC CAPITAL","ContentProducer":"001191110108MACG2KBH8F10000","ProduceID":"19f32796-fed2-8791-8000-0000421d3be0","ReservedCode1":"","ContentPropagator":"001191110108MACG2KBH8F20000","PropagateID":"19f3042d-5f62-86ec-8000-09e136c7124f","ReservedCode2":""}</vt:lpwstr>
  </property>
</Properties>
</file>